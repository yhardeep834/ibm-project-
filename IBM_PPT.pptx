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83" r:id="rId2"/>
    <p:sldId id="257" r:id="rId3"/>
    <p:sldId id="282" r:id="rId4"/>
    <p:sldId id="285" r:id="rId5"/>
    <p:sldId id="278" r:id="rId6"/>
    <p:sldId id="281" r:id="rId7"/>
    <p:sldId id="264" r:id="rId8"/>
    <p:sldId id="286" r:id="rId9"/>
    <p:sldId id="287" r:id="rId10"/>
    <p:sldId id="280" r:id="rId11"/>
    <p:sldId id="288" r:id="rId12"/>
    <p:sldId id="289" r:id="rId13"/>
    <p:sldId id="27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DCDCB8-E336-06C9-9BC1-C212CD122CD0}" v="1" dt="2026-06-23T04:41:50.19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yhardeep834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hardeep834/IBM-PROJECT-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hardeep834.github.io/IBM-PROJECT-/response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271428160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Yadav Hardip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hlinkClick r:id="rId3"/>
                        </a:rPr>
                        <a:t>yhardeep834@gmail.com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9936010358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4134181" y="3738417"/>
            <a:ext cx="600186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 of  Project – </a:t>
            </a:r>
            <a:r>
              <a:rPr lang="en-IN" sz="2000" b="1" dirty="0"/>
              <a:t>Environmental Sustainability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Tile – </a:t>
            </a:r>
            <a:r>
              <a:rPr lang="en-IN" sz="2000" b="1" dirty="0" err="1"/>
              <a:t>GirGuard</a:t>
            </a:r>
            <a:r>
              <a:rPr lang="en-IN" sz="2000" b="1" dirty="0"/>
              <a:t> AI</a:t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GB" b="1" dirty="0"/>
              <a:t>The Challenge</a:t>
            </a:r>
          </a:p>
          <a:p>
            <a:pPr fontAlgn="base"/>
            <a:endParaRPr lang="en-GB" b="1" dirty="0"/>
          </a:p>
          <a:p>
            <a:pPr fontAlgn="base"/>
            <a:r>
              <a:rPr lang="en-GB" b="1" dirty="0"/>
              <a:t> Communities around Gir Forest face recurring human-wildlife conflict involving Asiatic lions and leopards straying into villages, leading to livestock loss, human injury, and retaliatory harm to wildlife due to delayed alerts and poor coordination. </a:t>
            </a:r>
            <a:r>
              <a:rPr lang="en-US" dirty="0"/>
              <a:t>. 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fontAlgn="base"/>
            <a:r>
              <a:rPr lang="en-GB" dirty="0"/>
              <a:t>The Challenge Communities around Gir Forest face recurring human-wildlife conflict involving Asiatic lions and leopards straying into villages, leading to livestock loss, human injury, and retaliatory harm to wildlife due to delayed alerts and poor coordination.</a:t>
            </a:r>
          </a:p>
          <a:p>
            <a:pPr fontAlgn="base"/>
            <a:endParaRPr lang="en-GB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Real-Time Detection &amp; Alerts</a:t>
            </a:r>
            <a:r>
              <a:rPr lang="en-US" dirty="0"/>
              <a:t> – Use AI-powered camera traps and sensors to detect lion and leopard movement near villages and forest boundaries.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Early Warning System</a:t>
            </a:r>
            <a:r>
              <a:rPr lang="en-US" dirty="0"/>
              <a:t> – Instantly notify villagers, forest officials, and rescue teams via SMS and app-based alerts.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Smart Coordination</a:t>
            </a:r>
            <a:r>
              <a:rPr lang="en-US" dirty="0"/>
              <a:t> – Connect the forest department, police, and local response teams for faster, unified action.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Multi-Agent System</a:t>
            </a:r>
            <a:r>
              <a:rPr lang="en-US" dirty="0"/>
              <a:t> –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Detection Agent</a:t>
            </a:r>
            <a:r>
              <a:rPr lang="en-US" dirty="0"/>
              <a:t> (identifies wildlife presence from sensor and camera data)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Alert &amp; Notification Agent</a:t>
            </a:r>
            <a:r>
              <a:rPr lang="en-US" dirty="0"/>
              <a:t> (sends real-time warnings to stakeholders)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Coordination Agent</a:t>
            </a:r>
            <a:r>
              <a:rPr lang="en-US" dirty="0"/>
              <a:t> (routes alerts to forest officials and local response teams)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Data Logging &amp; Analysis Agent</a:t>
            </a:r>
            <a:r>
              <a:rPr lang="en-US" dirty="0"/>
              <a:t> (tracks conflict patterns for future prevention)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Community Safety Dashboard</a:t>
            </a:r>
            <a:r>
              <a:rPr lang="en-US" dirty="0"/>
              <a:t> – Visualize conflict hotspots, alert history, and response times.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Preventive Insights</a:t>
            </a:r>
            <a:r>
              <a:rPr lang="en-US" dirty="0"/>
              <a:t> – Analyze movement patterns to predict high-risk zones and seasons. 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9"/>
            <a:ext cx="12369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Problem Statement - </a:t>
            </a:r>
            <a:r>
              <a:rPr lang="en-GB" sz="2000" b="1" dirty="0"/>
              <a:t>AI-Based Gir Forest Human-Wildlife Conflict Mitigation System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551399"/>
            <a:ext cx="1060704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</a:t>
            </a:r>
            <a:r>
              <a:rPr lang="en-US" dirty="0"/>
              <a:t>is a </a:t>
            </a:r>
            <a:r>
              <a:rPr lang="en-US" b="1" dirty="0"/>
              <a:t>multi-agent AI-powered Nutrition Agent</a:t>
            </a:r>
            <a:r>
              <a:rPr lang="en-US" dirty="0"/>
              <a:t> built using </a:t>
            </a:r>
            <a:r>
              <a:rPr lang="en-US" b="1" dirty="0" err="1"/>
              <a:t>LangFlow</a:t>
            </a:r>
            <a:r>
              <a:rPr lang="en-US" b="1" dirty="0"/>
              <a:t>, IBM watsonx.ai, and Granite Models</a:t>
            </a:r>
            <a:r>
              <a:rPr lang="en-US" dirty="0"/>
              <a:t> to provide personalized, real-time dietary guidance. The system addresses challenges in diet planning, nutrition tracking, and preventive healthcare through an intelligent, modular architecture.</a:t>
            </a:r>
          </a:p>
          <a:p>
            <a:endParaRPr lang="en-US" dirty="0"/>
          </a:p>
          <a:p>
            <a:r>
              <a:rPr lang="en-US" dirty="0"/>
              <a:t>At its core, the solution uses a </a:t>
            </a:r>
            <a:r>
              <a:rPr lang="en-US" b="1" dirty="0"/>
              <a:t>Retrieval-Augmented Generation (RAG)</a:t>
            </a:r>
            <a:r>
              <a:rPr lang="en-US" dirty="0"/>
              <a:t> pipeline to fetch accurate nutritional data from trusted sources such as USDA and WHO datasets. This data is embedded and stored in a vector database, enabling the system to retrieve and summarize food nutrition details (calories, macros, vitamins) using Granite models.</a:t>
            </a:r>
          </a:p>
          <a:p>
            <a:endParaRPr lang="en-US" dirty="0"/>
          </a:p>
          <a:p>
            <a:r>
              <a:rPr lang="en-US" dirty="0"/>
              <a:t>The system consists of four key agents:</a:t>
            </a:r>
          </a:p>
          <a:p>
            <a:r>
              <a:rPr lang="en-US" b="1" dirty="0"/>
              <a:t>Nutrition Knowledge Agent</a:t>
            </a:r>
            <a:r>
              <a:rPr lang="en-US" dirty="0"/>
              <a:t> retrieves and summarizes nutritional information using RAG. </a:t>
            </a:r>
          </a:p>
          <a:p>
            <a:r>
              <a:rPr lang="en-US" b="1" dirty="0"/>
              <a:t>Diet Recommendation Agent</a:t>
            </a:r>
            <a:r>
              <a:rPr lang="en-US" dirty="0"/>
              <a:t> generates personalized meal plans based on user inputs such as age, health conditions, dietary preferences, and fitness goals. </a:t>
            </a:r>
          </a:p>
          <a:p>
            <a:r>
              <a:rPr lang="en-US" b="1" dirty="0"/>
              <a:t>Health Advisory Agent</a:t>
            </a:r>
            <a:r>
              <a:rPr lang="en-US" dirty="0"/>
              <a:t> provides preventive health suggestions, including disease-specific diets (e.g., diabetes-friendly or heart-healthy plans). </a:t>
            </a:r>
          </a:p>
          <a:p>
            <a:r>
              <a:rPr lang="en-US" b="1" dirty="0"/>
              <a:t>Food Log &amp; Feedback Agent</a:t>
            </a:r>
            <a:r>
              <a:rPr lang="en-US" dirty="0"/>
              <a:t> allows users to log meals via text, voice, or images and delivers instant nutritional analysis with actionable feedback. </a:t>
            </a:r>
          </a:p>
          <a:p>
            <a:endParaRPr lang="en-US" dirty="0"/>
          </a:p>
          <a:p>
            <a:r>
              <a:rPr lang="en-US" dirty="0"/>
              <a:t>The solution includes a </a:t>
            </a:r>
            <a:r>
              <a:rPr lang="en-US" b="1" dirty="0"/>
              <a:t>user-friendly dashboard</a:t>
            </a:r>
            <a:r>
              <a:rPr lang="en-US" dirty="0"/>
              <a:t> (built with </a:t>
            </a:r>
            <a:r>
              <a:rPr lang="en-US" dirty="0" err="1"/>
              <a:t>Streamlit</a:t>
            </a:r>
            <a:r>
              <a:rPr lang="en-US" dirty="0"/>
              <a:t> or React) that visualizes daily and weekly nutrient intake, highlights deficiencies, and tracks progress toward health goals.</a:t>
            </a:r>
          </a:p>
          <a:p>
            <a:r>
              <a:rPr lang="en-US" dirty="0" err="1"/>
              <a:t>LangFlow</a:t>
            </a:r>
            <a:r>
              <a:rPr lang="en-US" dirty="0"/>
              <a:t> is used to orchestrate agent workflows, while watsonx.ai ensures scalable model deployment, embeddings, and AI governance. Granite models power reasoning, summarization, and personalization.</a:t>
            </a:r>
          </a:p>
          <a:p>
            <a:r>
              <a:rPr lang="en-US" dirty="0"/>
              <a:t>Overall, this solution delivers an </a:t>
            </a:r>
            <a:r>
              <a:rPr lang="en-US" b="1" dirty="0"/>
              <a:t>end-to-end intelligent nutrition assistant</a:t>
            </a:r>
            <a:r>
              <a:rPr lang="en-US" dirty="0"/>
              <a:t> that promotes healthier lifestyles through personalized insights, real-time feedback, and preventive healthcare recommendations.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9"/>
            <a:ext cx="11341950" cy="847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 </a:t>
            </a:r>
            <a:r>
              <a:rPr lang="en-IN" sz="2400" dirty="0"/>
              <a:t>using real-time AI detection and instant multi-agent alerts to prevent lion-leopard conflicts in villages around Gir Forest.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Langflow</a:t>
            </a:r>
            <a:r>
              <a:rPr lang="en-US" sz="1800" b="1" dirty="0"/>
              <a:t>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Cloud </a:t>
            </a:r>
            <a:r>
              <a:rPr lang="en-US" sz="1800"/>
              <a:t>– It provides the infrastructure to build, deploy, and scale the Nutrition Agent efficiently. IBM Cloud enables a </a:t>
            </a:r>
            <a:r>
              <a:rPr lang="en-US" sz="1800" b="1"/>
              <a:t>reliable, secure, and scalable environment</a:t>
            </a:r>
            <a:r>
              <a:rPr lang="en-US" sz="180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RAG– </a:t>
            </a:r>
            <a:r>
              <a:rPr lang="en-US" sz="1800"/>
              <a:t>RAG to </a:t>
            </a:r>
            <a:r>
              <a:rPr lang="en-US" sz="1800" b="1"/>
              <a:t>fetch real data first, then generate intelligent answers</a:t>
            </a:r>
            <a:r>
              <a:rPr lang="en-US" sz="180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Watsonx.ai - </a:t>
            </a:r>
            <a:r>
              <a:rPr lang="en-US" sz="180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/>
              <a:t>Vector Database </a:t>
            </a:r>
            <a:r>
              <a:rPr lang="en-IN" sz="1800"/>
              <a:t>(FAISS/Chroma) – For RAG-based nutritional data retrieval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err="1">
                <a:sym typeface="Times New Roman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ym typeface="Times New Roman"/>
              </a:rPr>
              <a:t>component Used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1) Chat Input </a:t>
            </a:r>
            <a:r>
              <a:rPr lang="en-US" dirty="0"/>
              <a:t>– Interface where users enter their queries, preferences, or meal details (text/voice/image).</a:t>
            </a:r>
          </a:p>
          <a:p>
            <a:endParaRPr lang="en-US" dirty="0"/>
          </a:p>
          <a:p>
            <a:r>
              <a:rPr lang="en-US" b="1" dirty="0"/>
              <a:t>2) IBM </a:t>
            </a:r>
            <a:r>
              <a:rPr lang="en-US" b="1" dirty="0" err="1"/>
              <a:t>watsonx</a:t>
            </a:r>
            <a:r>
              <a:rPr lang="en-US" b="1" dirty="0"/>
              <a:t> AI Agent </a:t>
            </a:r>
            <a:r>
              <a:rPr lang="en-US" dirty="0"/>
              <a:t>- Processes user input using Granite models to generate personalized nutrition insights and recommendations. </a:t>
            </a:r>
          </a:p>
          <a:p>
            <a:endParaRPr lang="en-US" dirty="0"/>
          </a:p>
          <a:p>
            <a:r>
              <a:rPr lang="en-US" b="1" dirty="0"/>
              <a:t>3) Name of IBM Granite model - </a:t>
            </a:r>
            <a:r>
              <a:rPr lang="en-US" dirty="0"/>
              <a:t>Granite-4.0-8B-Instruct → Fast, efficient for real-time diet recommendations</a:t>
            </a:r>
          </a:p>
          <a:p>
            <a:endParaRPr lang="en-US" dirty="0"/>
          </a:p>
          <a:p>
            <a:r>
              <a:rPr lang="en-US" b="1" dirty="0"/>
              <a:t>4) Chat output -</a:t>
            </a:r>
            <a:r>
              <a:rPr lang="en-US" dirty="0"/>
              <a:t>Displays AI-generated responses such as diet plans, nutritional analysis, and health suggestions. </a:t>
            </a:r>
          </a:p>
          <a:p>
            <a:endParaRPr lang="en-US" dirty="0"/>
          </a:p>
          <a:p>
            <a:r>
              <a:rPr lang="en-US" b="1" dirty="0"/>
              <a:t>5) File component - </a:t>
            </a:r>
            <a:r>
              <a:rPr lang="en-US" dirty="0"/>
              <a:t>Stores and retrieves user data, meal logs, and nutritional datasets for analysis and tracking.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Nutrition Agent</a:t>
            </a:r>
          </a:p>
          <a:p>
            <a:endParaRPr lang="en-US" b="1" dirty="0"/>
          </a:p>
          <a:p>
            <a:r>
              <a:rPr lang="en-US" b="1" dirty="0"/>
              <a:t>Agentic AI</a:t>
            </a:r>
            <a:r>
              <a:rPr lang="en-US" dirty="0"/>
              <a:t> enables the Nutrition Agent to function as an intelligent, autonomous system rather than a simple chatbot. Using </a:t>
            </a:r>
            <a:r>
              <a:rPr lang="en-US" b="1" dirty="0"/>
              <a:t>IBM watsonx.ai</a:t>
            </a:r>
            <a:r>
              <a:rPr lang="en-US" dirty="0"/>
              <a:t> and </a:t>
            </a:r>
            <a:r>
              <a:rPr lang="en-US" b="1" dirty="0"/>
              <a:t>IBM Granite models</a:t>
            </a:r>
            <a:r>
              <a:rPr lang="en-US" dirty="0"/>
              <a:t>, it coordinates multiple specialized agents to deliver personalized nutrition guidance.</a:t>
            </a:r>
          </a:p>
          <a:p>
            <a:endParaRPr lang="en-US" dirty="0"/>
          </a:p>
          <a:p>
            <a:r>
              <a:rPr lang="en-US" dirty="0"/>
              <a:t>Each agent performs a specific role—such as retrieving nutritional data, generating diet plans, providing health advice, and analyzing food logs—while working collaboratively. This </a:t>
            </a:r>
            <a:r>
              <a:rPr lang="en-US" b="1" dirty="0"/>
              <a:t>multi-agent approach</a:t>
            </a:r>
            <a:r>
              <a:rPr lang="en-US" dirty="0"/>
              <a:t> ensures efficient task execution and accurate results.</a:t>
            </a:r>
          </a:p>
          <a:p>
            <a:endParaRPr lang="en-US" dirty="0"/>
          </a:p>
          <a:p>
            <a:r>
              <a:rPr lang="en-US" dirty="0"/>
              <a:t>Agentic AI also brings </a:t>
            </a:r>
            <a:r>
              <a:rPr lang="en-US" b="1" dirty="0"/>
              <a:t>context awareness</a:t>
            </a:r>
            <a:r>
              <a:rPr lang="en-US" dirty="0"/>
              <a:t>, understanding user details like age, health conditions, and fitness goals to generate tailored recommendations. </a:t>
            </a:r>
          </a:p>
          <a:p>
            <a:endParaRPr lang="en-US" dirty="0"/>
          </a:p>
          <a:p>
            <a:r>
              <a:rPr lang="en-US" dirty="0"/>
              <a:t>It supports </a:t>
            </a:r>
            <a:r>
              <a:rPr lang="en-US" b="1" dirty="0"/>
              <a:t>real-time adaptation</a:t>
            </a:r>
            <a:r>
              <a:rPr lang="en-US" dirty="0"/>
              <a:t>, continuously updating suggestions based on user inputs like daily meals.</a:t>
            </a:r>
          </a:p>
          <a:p>
            <a:endParaRPr lang="en-US" dirty="0"/>
          </a:p>
          <a:p>
            <a:r>
              <a:rPr lang="en-US" dirty="0"/>
              <a:t>Additionally, agents communicate with each other, enabling better decision-making and improved outcomes.</a:t>
            </a:r>
          </a:p>
          <a:p>
            <a:endParaRPr lang="en-US" dirty="0"/>
          </a:p>
          <a:p>
            <a:r>
              <a:rPr lang="en-US" dirty="0"/>
              <a:t>Overall, Agentic AI makes the system proactive, personalized, and goal-driven, acting like a </a:t>
            </a:r>
            <a:r>
              <a:rPr lang="en-US" b="1" dirty="0"/>
              <a:t>smart digital nutritionist</a:t>
            </a:r>
            <a:r>
              <a:rPr lang="en-US" dirty="0"/>
              <a:t> that helps users maintain a healthy lifestyle.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proposed Nutrition Agent stands out by combining </a:t>
            </a:r>
            <a:r>
              <a:rPr lang="en-IN" sz="1800" b="1" dirty="0"/>
              <a:t>Agentic AI, RAG, and personalization</a:t>
            </a:r>
            <a:r>
              <a:rPr lang="en-IN" sz="1800" dirty="0"/>
              <a:t> into a single intelligent system.</a:t>
            </a:r>
          </a:p>
          <a:p>
            <a:endParaRPr lang="en-IN" sz="1800" dirty="0"/>
          </a:p>
          <a:p>
            <a:r>
              <a:rPr lang="en-IN" sz="1800" b="1" dirty="0"/>
              <a:t>Multi-Agent Intelligence</a:t>
            </a:r>
            <a:r>
              <a:rPr lang="en-IN" sz="1800" dirty="0"/>
              <a:t> – Instead of a single chatbot, multiple specialized agents collaborate to deliver accurate and context-aware nutrition guidance. </a:t>
            </a:r>
          </a:p>
          <a:p>
            <a:endParaRPr lang="en-IN" sz="1800" dirty="0"/>
          </a:p>
          <a:p>
            <a:r>
              <a:rPr lang="en-IN" sz="1800" b="1" dirty="0"/>
              <a:t>RAG-Based Accuracy</a:t>
            </a:r>
            <a:r>
              <a:rPr lang="en-IN" sz="1800" dirty="0"/>
              <a:t> – Integrates real-time data retrieval with AI generation, reducing misinformation and ensuring trustworthy recommendations.</a:t>
            </a:r>
          </a:p>
          <a:p>
            <a:endParaRPr lang="en-IN" sz="1800" dirty="0"/>
          </a:p>
          <a:p>
            <a:r>
              <a:rPr lang="en-IN" sz="1800" b="1" dirty="0"/>
              <a:t>Hyper-Personalization</a:t>
            </a:r>
            <a:r>
              <a:rPr lang="en-IN" sz="1800" dirty="0"/>
              <a:t> – Tailors diet plans based on health conditions, cultural preferences, and fitness goals. </a:t>
            </a:r>
          </a:p>
          <a:p>
            <a:r>
              <a:rPr lang="en-IN" sz="1800" b="1" dirty="0"/>
              <a:t>Real-Time Feedback Loop</a:t>
            </a:r>
            <a:r>
              <a:rPr lang="en-IN" sz="1800" dirty="0"/>
              <a:t> – Continuously adapts recommendations based on daily food logs and user </a:t>
            </a:r>
            <a:r>
              <a:rPr lang="en-IN" sz="1800" dirty="0" err="1"/>
              <a:t>behavior</a:t>
            </a:r>
            <a:r>
              <a:rPr lang="en-IN" sz="1800" dirty="0"/>
              <a:t>. </a:t>
            </a:r>
          </a:p>
          <a:p>
            <a:r>
              <a:rPr lang="en-IN" sz="1800" b="1" dirty="0"/>
              <a:t>Multi-Modal Input</a:t>
            </a:r>
            <a:r>
              <a:rPr lang="en-IN" sz="1800" dirty="0"/>
              <a:t> – Supports text, voice, and image-based meal tracking for better usability. </a:t>
            </a:r>
          </a:p>
          <a:p>
            <a:r>
              <a:rPr lang="en-IN" sz="1800" b="1" dirty="0"/>
              <a:t>Preventive Healthcare Focus</a:t>
            </a:r>
            <a:r>
              <a:rPr lang="en-IN" sz="1800" dirty="0"/>
              <a:t> – Goes beyond diet planning to provide disease-specific nutrition advice. </a:t>
            </a:r>
          </a:p>
          <a:p>
            <a:r>
              <a:rPr lang="en-IN" sz="1800" b="1" dirty="0"/>
              <a:t>Scalable &amp; Enterprise-Ready</a:t>
            </a:r>
            <a:r>
              <a:rPr lang="en-IN" sz="1800" dirty="0"/>
              <a:t> – Built on </a:t>
            </a:r>
            <a:r>
              <a:rPr lang="en-IN" sz="1800" b="1" dirty="0"/>
              <a:t>IBM watsonx.ai</a:t>
            </a:r>
            <a:r>
              <a:rPr lang="en-IN" sz="1800" dirty="0"/>
              <a:t> with </a:t>
            </a:r>
            <a:r>
              <a:rPr lang="en-IN" sz="1800" b="1" dirty="0"/>
              <a:t>IBM Granite models</a:t>
            </a:r>
            <a:r>
              <a:rPr lang="en-IN" sz="1800" dirty="0"/>
              <a:t>, ensuring reliability and governance. </a:t>
            </a:r>
          </a:p>
          <a:p>
            <a:endParaRPr lang="en-IN" sz="1800" dirty="0"/>
          </a:p>
          <a:p>
            <a:r>
              <a:rPr lang="en-IN" sz="1800" dirty="0"/>
              <a:t>This makes the solution a </a:t>
            </a:r>
            <a:r>
              <a:rPr lang="en-IN" sz="1800" b="1" dirty="0"/>
              <a:t>smart, adaptive, and proactive digital nutritionist</a:t>
            </a:r>
            <a:r>
              <a:rPr lang="en-IN" sz="1800" dirty="0"/>
              <a:t>, not just a static diet recommendation tool.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Links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10411622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1850" dirty="0">
                <a:latin typeface="Times New Roman"/>
                <a:ea typeface="Times New Roman"/>
                <a:cs typeface="Times New Roman"/>
                <a:sym typeface="Times New Roman"/>
              </a:rPr>
              <a:t>GITHUB REPOSITORY LINK :- </a:t>
            </a:r>
            <a:r>
              <a:rPr lang="en-IN" sz="1850" dirty="0"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https://github.com/yhardeep834/IBM-PROJECT-</a:t>
            </a:r>
            <a:endParaRPr lang="en-IN"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1850" dirty="0">
                <a:latin typeface="Times New Roman"/>
                <a:ea typeface="Times New Roman"/>
                <a:cs typeface="Times New Roman"/>
                <a:sym typeface="Times New Roman"/>
              </a:rPr>
              <a:t>GITHUB UPLOADED WEBSITE LINK:- </a:t>
            </a:r>
            <a:r>
              <a:rPr lang="en-IN" sz="1850" dirty="0"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https://yhardeep834.github.io/IBM-PROJECT-/response.html</a:t>
            </a:r>
            <a:endParaRPr lang="en-IN"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3" y="1221715"/>
            <a:ext cx="9302013" cy="5538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IN" sz="2000" dirty="0"/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&amp; Camera Trap Networks –</a:t>
            </a:r>
            <a:endParaRPr lang="en-US" sz="2000" b="1" i="0" u="none" strike="noStrike" cap="none" dirty="0">
              <a:solidFill>
                <a:srgbClr val="2B354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expanded with a wider network of AI-enabled camera traps, motion sensors, and drones across Gir Forest boundaries. This will enable more accurate, real-time tracking of lion and leopard movement across a larger area, improving early detection coverage.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-IN" sz="2000" dirty="0"/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Voice-Based Alerts 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voice-enabled, multilingual alert delivery (Gujarati, Hindi, English) will make warnings more accessible to villagers, especially in remote areas with low literacy or limited smartphone access, ensuring faster community response.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37CFD0-B7FF-D9BE-3433-88E5844EF3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36016" y="1212767"/>
            <a:ext cx="6874642" cy="530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9C3698-991D-7A38-C456-893C84C23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57" b="3857"/>
          <a:stretch/>
        </p:blipFill>
        <p:spPr>
          <a:xfrm>
            <a:off x="2512736" y="1712637"/>
            <a:ext cx="7177553" cy="4658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1332</Words>
  <Application>Microsoft Office PowerPoint</Application>
  <PresentationFormat>Widescreen</PresentationFormat>
  <Paragraphs>128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Hardeep Yadav</cp:lastModifiedBy>
  <cp:revision>20</cp:revision>
  <dcterms:created xsi:type="dcterms:W3CDTF">2025-07-08T05:06:56Z</dcterms:created>
  <dcterms:modified xsi:type="dcterms:W3CDTF">2026-07-30T06:23:57Z</dcterms:modified>
</cp:coreProperties>
</file>